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432685" y="376393"/>
            <a:ext cx="7326630" cy="72635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Amaravati Quantum Valley 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AEEB1-E7BA-82E6-83CB-25556EF81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1" t="20049" r="21889" b="12417"/>
          <a:stretch>
            <a:fillRect/>
          </a:stretch>
        </p:blipFill>
        <p:spPr>
          <a:xfrm>
            <a:off x="7084289" y="2116888"/>
            <a:ext cx="2513346" cy="2876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B7E12-24C5-0C70-AC91-944DA1AB2B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38F95B-1959-015C-AA1B-1B0A286DD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@AQVH2025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D3A41-DA02-7039-DCFD-C367F543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0066F5-EDE2-6F69-6A26-6FEC7B66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32876C-4511-C633-ABA1-E871E202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DC83C-9ECF-FAF0-BC44-AF675FB6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@AQVH2025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1945EF-267E-4BB1-DDB8-3547C29D1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7500</TotalTime>
  <Words>322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Amaravati Quantum Valley 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149</cp:revision>
  <dcterms:created xsi:type="dcterms:W3CDTF">2013-12-12T18:46:50Z</dcterms:created>
  <dcterms:modified xsi:type="dcterms:W3CDTF">2025-07-25T06:42:15Z</dcterms:modified>
  <cp:category/>
</cp:coreProperties>
</file>